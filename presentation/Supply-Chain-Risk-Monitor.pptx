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WAPE %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46E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Naive (last value)</c:v>
                  </c:pt>
                  <c:pt idx="1">
                    <c:v>Seasonal naive</c:v>
                  </c:pt>
                  <c:pt idx="2">
                    <c:v>Moving average 28d</c:v>
                  </c:pt>
                  <c:pt idx="3">
                    <c:v>Ridge (pooled)</c:v>
                  </c:pt>
                  <c:pt idx="4">
                    <c:v>Gradient boosting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27.4</c:v>
                </c:pt>
                <c:pt idx="1">
                  <c:v>23.9</c:v>
                </c:pt>
                <c:pt idx="2">
                  <c:v>19.6</c:v>
                </c:pt>
                <c:pt idx="3">
                  <c:v>17.4</c:v>
                </c:pt>
                <c:pt idx="4">
                  <c:v>17.2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frame. The tool turns six months of daily SKU movements into a ranked list of products that need a decision today. Three numbers to anchor: 28 SKUs, 12.3% better forecast than the strongest baseline, 169 tests. Every figure in this deck is computed from the supplied dataset — nothing is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quote, then land the three asks. Point out that advance warning and prioritisation are ordinary inventory maths — it's the third, the plain-English reason, where the LLM earns its place. That framing sets up the rest of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shows the vague brief was actually translated. Each phrase in the sponsor's words maps to something computed. Close on the italic line — it is the single best summary of the product's point of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steps as a story, then show the live app if time allows. The bottom line matters for the code-quality mark: the frontend renders what the API computed and nothing else — that separation is enforced by an automated check, not just convention.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censoring finding — it is the most interesting. Every one of the 268 inventory-balance violations sits on a day where stock would have gone negative and was recorded as zero. That is not noise, it is a stockout signal, so those days became a risk driver rather than being 'corrected'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examiner is looking for justified model choice. Say plainly: complexity was escalated only as far as the numbers paid for it. Be ready for the leakage question — there are three independent guards, and the strongest is truncate-and-recompute: chop the panel, rebuild every feature, and assert nothing changed for the days that remain.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money slide. Two honest points to make out loud. First: the flat 28-day mean beats seasonal naive, which tells you the level matters more than the weekly shape alone. Second: ridge scores 17.4 against the tree's 17.2 — a 1.4% margin. The tree won, but barely, and that is reported rather than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strongest engineering story in the project. Percentile banding would guarantee something is always Critical even in a healthy month — so the bands are absolute. And the supply window is aligned to whole delivery cycles, because a fixed window clips a delivery and swings the ratio by a third, manufacturing shortfalls that do not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against the live API: 4 of 4 explanations and 9 of 9 Q&amp;A answers, every one passing grounding verification. An off-topic question and a question about a non-existent SKU were both declined without inventing figures. If the LLM is unavailable the app stays usable and labels the fallback — it never passes a template off as model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honesty — the limitations are the credibility. Lead with open purchase orders as both the largest caveat and the highest-value next step. Then finish on the closing line: the point of the tool is the sentence a planner can act on, not the colour of a dot.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10928" y="658368"/>
            <a:ext cx="237744" cy="23774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94976" y="6583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79024" y="658368"/>
            <a:ext cx="237744" cy="23774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658368"/>
            <a:ext cx="237744" cy="23774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0" y="658368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836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FMN AI ENGINEER INTERNSHIP  ·  PROJECT 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249424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Risk Monitor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25526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which SKUs need attention — before inventory becomes a problem.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4224528"/>
            <a:ext cx="3383280" cy="1060704"/>
          </a:xfrm>
          <a:prstGeom prst="roundRect">
            <a:avLst>
              <a:gd name="adj" fmla="val 8621"/>
            </a:avLst>
          </a:prstGeom>
          <a:solidFill>
            <a:srgbClr val="1C2547"/>
          </a:solidFill>
          <a:ln w="12700">
            <a:solidFill>
              <a:srgbClr val="1C25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37083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8280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scored every run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51960" y="4224528"/>
            <a:ext cx="3383280" cy="1060704"/>
          </a:xfrm>
          <a:prstGeom prst="roundRect">
            <a:avLst>
              <a:gd name="adj" fmla="val 8621"/>
            </a:avLst>
          </a:prstGeom>
          <a:solidFill>
            <a:srgbClr val="1C2547"/>
          </a:solidFill>
          <a:ln w="12700">
            <a:solidFill>
              <a:srgbClr val="1C25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437083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12.3%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48280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the best baseline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09560" y="4224528"/>
            <a:ext cx="3383280" cy="1060704"/>
          </a:xfrm>
          <a:prstGeom prst="roundRect">
            <a:avLst>
              <a:gd name="adj" fmla="val 8621"/>
            </a:avLst>
          </a:prstGeom>
          <a:solidFill>
            <a:srgbClr val="1C2547"/>
          </a:solidFill>
          <a:ln w="12700">
            <a:solidFill>
              <a:srgbClr val="1C25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437083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169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48280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all passing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870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Olufemi Victor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6809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sponsor was flying blind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630936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72768"/>
            <a:ext cx="6309360" cy="3657600"/>
          </a:xfrm>
          <a:prstGeom prst="roundRect">
            <a:avLst>
              <a:gd name="adj" fmla="val 25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121408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7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keep getting caught off guard — some SKUs run out and delay production, others sit overstocked and tie up working capital. I don't have anything today that tells me, ahead of time, which SKUs need attention and why.”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45902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FMN Supply Chain sponsor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269480" y="1828800"/>
            <a:ext cx="457200" cy="4572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694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882128" y="17922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warning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882128" y="21396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rear-view report. A signal before the stockout.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69480" y="31089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694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882128" y="30723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882128" y="341985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SKUs, one planner. Which three matter this morning?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69480" y="438912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694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882128" y="43525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 you can act 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882128" y="470001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red dot. The numbers, in plain English.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553212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are being asked for — and only the third is really about AI.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6809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triage problem that happens to need a forecast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10972800" cy="1225296"/>
          </a:xfrm>
          <a:prstGeom prst="roundRect">
            <a:avLst>
              <a:gd name="adj" fmla="val 7463"/>
            </a:avLst>
          </a:prstGeom>
          <a:solidFill>
            <a:srgbClr val="10162F"/>
          </a:solidFill>
          <a:ln w="12700">
            <a:solidFill>
              <a:srgbClr val="1016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17556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MEASURABLE QUESTION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048256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each SKU, what is the probability that demand over the lead time exceeds what will be available — and how far is stock above the maximum the policy justifies?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999232"/>
            <a:ext cx="256032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32104" y="3218688"/>
            <a:ext cx="182880" cy="1828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2104" y="349300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"which SKUs need attention"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32104" y="398678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list — severity, then urgency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999232"/>
            <a:ext cx="256032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21024" y="3218688"/>
            <a:ext cx="182880" cy="18288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21024" y="349300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"some SKUs run out"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398678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running dry inside the lead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2999232"/>
            <a:ext cx="256032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9944" y="3218688"/>
            <a:ext cx="182880" cy="1828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9944" y="349300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"others sit overstocked"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398678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above the order-up-to level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61120" y="2999232"/>
            <a:ext cx="256032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98864" y="321868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98864" y="349300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"and why"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198864" y="398678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drivers + an AI explanation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504748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is a means, not the deliverable. Nobody acts on “179 units a day” — they act on “0.6 days of cover against a 3-day lead time, and you're receiving 76 units for every 100 you sell.”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6809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planner actually does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2011680" cy="221284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3816" y="1810512"/>
            <a:ext cx="475488" cy="47548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241401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743200"/>
            <a:ext cx="1600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KPIs and a ranked table. Worst first.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25496" y="1572768"/>
            <a:ext cx="2011680" cy="221284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44952" y="1810512"/>
            <a:ext cx="475488" cy="47548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44952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044952" y="241401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44952" y="2743200"/>
            <a:ext cx="1600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vs lead time — below the line is too late.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56632" y="1572768"/>
            <a:ext cx="2011680" cy="221284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76088" y="1810512"/>
            <a:ext cx="475488" cy="47548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76088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76088" y="241401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276088" y="2743200"/>
            <a:ext cx="1600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SKU: risk, policy, demand and stock trends.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87768" y="1572768"/>
            <a:ext cx="2011680" cy="221284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07224" y="181051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07224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07224" y="241401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507224" y="2743200"/>
            <a:ext cx="1600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explanation written from that SKU's own figures.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518904" y="1572768"/>
            <a:ext cx="2011680" cy="221284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38360" y="1810512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38360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738360" y="241401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738360" y="2743200"/>
            <a:ext cx="1600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suggested order quantity, in units.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4041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SCREENS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4360" y="4370832"/>
            <a:ext cx="3438144" cy="1024128"/>
          </a:xfrm>
          <a:prstGeom prst="roundRect">
            <a:avLst>
              <a:gd name="adj" fmla="val 892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" y="45171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32104" y="480974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three charts, filterable attention table, Ask box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288536" y="4370832"/>
            <a:ext cx="3438144" cy="1024128"/>
          </a:xfrm>
          <a:prstGeom prst="roundRect">
            <a:avLst>
              <a:gd name="adj" fmla="val 892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26280" y="45171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drill-down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4526280" y="480974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drivers, replenishment policy, demand &amp; stock charts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982712" y="4370832"/>
            <a:ext cx="3438144" cy="1024128"/>
          </a:xfrm>
          <a:prstGeom prst="roundRect">
            <a:avLst>
              <a:gd name="adj" fmla="val 892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0456" y="45171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8220456" y="480974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validation design, and what the tool cannot tell you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94360" y="56875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TypeScript + Tailwind on Vercel · FastAPI + scikit-learn on Render · the browser holds no ML logic, no thresholds and no keys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6809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told us what to build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411480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18105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28600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4,551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8163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761488" y="228600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2761488" y="28163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86968" y="388620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44165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history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761488" y="388620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2761488" y="44165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launched, 12 days each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47488" y="1591056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that reshaped the model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047488" y="2139696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58384" y="204825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is censored at zero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58384" y="2322576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 balance violations — 100% explained by the zero floor. 277 days flagged as real stockouts.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47488" y="3054096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58384" y="296265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cycle, no trend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58384" y="3236976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ratio 1.39; monthly mean varies under 2% across six months.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47488" y="396849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58384" y="387705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is noise for new SKUs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58384" y="4151376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different values in 12 rows. Replaced with the category median.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47488" y="4882896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58384" y="479145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spans 6×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358384" y="5065776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to 536 units/day — so the model predicts a ratio, not raw units.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56875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cleaned: 15 duplicate rows dropped · 20 mis-cased category labels · 90 missing demand values imputed causally, proven by truncate-and-recompute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6809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Modelling: only as complex as validation paid for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53492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05256" y="18105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PREDICTED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05256" y="2231136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per SKU per day, 28 days ahead</a:t>
            </a:r>
            <a:endParaRPr lang="en-US" sz="1300" dirty="0"/>
          </a:p>
          <a:p>
            <a:pPr marL="342900" indent="-3429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a ratio to each SKU's own trailing mean — so one pooled model works across a 6× scale range</a:t>
            </a:r>
            <a:endParaRPr lang="en-US" sz="1300" dirty="0"/>
          </a:p>
          <a:p>
            <a:pPr marL="342900" indent="-3429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is a feature, so one model serves h = 1…28 without compounding error</a:t>
            </a:r>
            <a:endParaRPr lang="en-US" sz="1300" dirty="0"/>
          </a:p>
          <a:p>
            <a:pPr marL="342900" indent="-3429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features: lags, rolling level and spread, trend, a shrunk weekday index, inventory context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572768"/>
            <a:ext cx="521208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65976" y="18105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DEEP LEARNING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665976" y="2231136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~4,500 observations across 28 short series, no trend, one seasonal cycle. A sequence model has nowhere near the data to justify its parameters — and would give up the native handling of missing lags and categoricals that a gradient-boosting tree provides for free.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65976" y="3721608"/>
            <a:ext cx="4617720" cy="109728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85432" y="38587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leakage — proven three ways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85432" y="41513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Re-derived from the raw panel · truncate-and-recompute across every feature · rolling windows rebuilt inside each fold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at day t uses only days ≤ t. The single forward-looking input is the target day's calendar weekday — genuinely known in advance.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6809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the only way that is honest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6492240" cy="3767328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05256" y="179222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error by model — pooled WAPE, lower is better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2139696"/>
          <a:ext cx="61264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406640" y="15727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12.3%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281160" y="16093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the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baseline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25146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51.7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9281160" y="255117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units/day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345643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−1.48%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9281160" y="34930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— near neutral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406640" y="439826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1,750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9281160" y="44348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scored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406640" y="535838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RANDOM SPLIT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5650992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features leak across a shuffled boundary · it scores interpolation, not forecasting · training on June to predict February hides drift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5431536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expanding-window folds · 14-day horizon · a fresh model fitted inside every fold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6809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that a planner can argue with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5806440" cy="2286000"/>
          </a:xfrm>
          <a:prstGeom prst="roundRect">
            <a:avLst>
              <a:gd name="adj" fmla="val 4000"/>
            </a:avLst>
          </a:prstGeom>
          <a:solidFill>
            <a:srgbClr val="10162F"/>
          </a:solidFill>
          <a:ln w="12700">
            <a:solidFill>
              <a:srgbClr val="1016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79222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PROBABILITY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05256" y="21945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 demand over lead time  −  expected inflow  &gt;  stock on hand 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27432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and supply as independent Normals, every input measured from that SKU's own record. The score is the probability — 0.87 means an 87% chance of running dry, not an index.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4133088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version flagged 13 of 28 SKUs Critical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4480560"/>
            <a:ext cx="5806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catalogue is simply mid-replenishment-cycle at any moment. Modelling inventory position — and measuring supply over whole delivery cycles — turned a red wall into a list you can work through.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15910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DISTRIBUTION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720840" y="1993392"/>
            <a:ext cx="48463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31152" y="2167128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42048" y="2103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235440" y="2185416"/>
            <a:ext cx="518160" cy="128016"/>
          </a:xfrm>
          <a:prstGeom prst="roundRect">
            <a:avLst>
              <a:gd name="adj" fmla="val 35714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27080" y="21031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20840" y="2615184"/>
            <a:ext cx="48463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31152" y="2788920"/>
            <a:ext cx="164592" cy="16459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42048" y="2724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235440" y="2807208"/>
            <a:ext cx="129540" cy="128016"/>
          </a:xfrm>
          <a:prstGeom prst="roundRect">
            <a:avLst>
              <a:gd name="adj" fmla="val 35714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27080" y="27249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20840" y="3236976"/>
            <a:ext cx="48463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31152" y="341071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42048" y="33467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235440" y="3429000"/>
            <a:ext cx="518160" cy="128016"/>
          </a:xfrm>
          <a:prstGeom prst="roundRect">
            <a:avLst>
              <a:gd name="adj" fmla="val 3571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27080" y="33467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20840" y="3858768"/>
            <a:ext cx="48463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31152" y="4032504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42048" y="39684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235440" y="4050792"/>
            <a:ext cx="906780" cy="128016"/>
          </a:xfrm>
          <a:prstGeom prst="roundRect">
            <a:avLst>
              <a:gd name="adj" fmla="val 3571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927080" y="396849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720840" y="4480560"/>
            <a:ext cx="48463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31152" y="465429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42048" y="45902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235440" y="4672584"/>
            <a:ext cx="1554480" cy="128016"/>
          </a:xfrm>
          <a:prstGeom prst="roundRect">
            <a:avLst>
              <a:gd name="adj" fmla="val 3571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927080" y="45902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720840" y="521208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are absolute and documented — never percentiles of today's panel.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Q&amp;A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6809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never sees the dataset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256032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3816" y="1792224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07592" y="18288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322576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 computed numbers + ranked drivers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92424" y="1572768"/>
            <a:ext cx="256032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1792224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105656" y="18288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322576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absolute rules — no invented figures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0488" y="1572768"/>
            <a:ext cx="256032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9944" y="1792224"/>
            <a:ext cx="402336" cy="40233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9944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8288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2322576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claude-sonnet-5 at request time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88552" y="1572768"/>
            <a:ext cx="256032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08008" y="1792224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08008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701784" y="18288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08008" y="2322576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traced back to the evidence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3346704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5256" y="35112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KB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2734056" y="3529584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evidence sent — against a 4,536-row panel. Retrieval selects the records; the dataset itself is never in the prompt.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3346704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7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528816" y="35112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Q&amp;A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6528816" y="3822192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10 intents → retrieve only what that intent needs → answer from that evidence alone. Answers cannot contradict the dashboard: they read the same records it renders.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4360" y="4901184"/>
            <a:ext cx="10972800" cy="1170432"/>
          </a:xfrm>
          <a:prstGeom prst="roundRect">
            <a:avLst>
              <a:gd name="adj" fmla="val 7813"/>
            </a:avLst>
          </a:prstGeom>
          <a:solidFill>
            <a:srgbClr val="10162F"/>
          </a:solidFill>
          <a:ln w="12700">
            <a:solidFill>
              <a:srgbClr val="10162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6968" y="5175504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6968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51023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numbers is not grounding relations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508760" y="539496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testing produced “lead-time demand of 725 units — well above the reorder point of 872.4”. Both figures real, so number-level checks passed; the comparison is false. The evidence now states which quantities are comparable. The verifier found it — that is the argument for building one.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6809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cannot tell you — and what comes next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956816"/>
            <a:ext cx="5349240" cy="841248"/>
          </a:xfrm>
          <a:prstGeom prst="roundRect">
            <a:avLst>
              <a:gd name="adj" fmla="val 10870"/>
            </a:avLst>
          </a:prstGeom>
          <a:solidFill>
            <a:srgbClr val="1C2547"/>
          </a:solidFill>
          <a:ln w="12700">
            <a:solidFill>
              <a:srgbClr val="1C25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6654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purchase orders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408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is inferred from delivery cadence and labelled as an estimate.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871216"/>
            <a:ext cx="5349240" cy="841248"/>
          </a:xfrm>
          <a:prstGeom prst="roundRect">
            <a:avLst>
              <a:gd name="adj" fmla="val 10870"/>
            </a:avLst>
          </a:prstGeom>
          <a:solidFill>
            <a:srgbClr val="1C2547"/>
          </a:solidFill>
          <a:ln w="12700">
            <a:solidFill>
              <a:srgbClr val="1C25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98094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months, one cycle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2552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patterns hold. Annual seasonality cannot be validated.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3785616"/>
            <a:ext cx="5349240" cy="841248"/>
          </a:xfrm>
          <a:prstGeom prst="roundRect">
            <a:avLst>
              <a:gd name="adj" fmla="val 10870"/>
            </a:avLst>
          </a:prstGeom>
          <a:solidFill>
            <a:srgbClr val="1C2547"/>
          </a:solidFill>
          <a:ln w="12700">
            <a:solidFill>
              <a:srgbClr val="1C25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89534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recorded, not true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1696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Censored on 277 zero-stock days.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4700016"/>
            <a:ext cx="5349240" cy="841248"/>
          </a:xfrm>
          <a:prstGeom prst="roundRect">
            <a:avLst>
              <a:gd name="adj" fmla="val 10870"/>
            </a:avLst>
          </a:prstGeom>
          <a:solidFill>
            <a:srgbClr val="1C2547"/>
          </a:solidFill>
          <a:ln w="12700">
            <a:solidFill>
              <a:srgbClr val="1C25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80974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data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0840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ranked by likelihood, not by money.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157276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HIGHEST VALUE FIRST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55080" y="2103120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31152" y="206654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open purchase orders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931152" y="234086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accuracy gain available.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55080" y="3017520"/>
            <a:ext cx="420624" cy="420624"/>
          </a:xfrm>
          <a:prstGeom prst="ellipse">
            <a:avLst/>
          </a:prstGeom>
          <a:solidFill>
            <a:srgbClr val="1C2547"/>
          </a:solidFill>
          <a:ln w="12700">
            <a:solidFill>
              <a:srgbClr val="1C25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31152" y="298094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cost and margin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931152" y="325526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list by money at risk, not probability.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55080" y="3931920"/>
            <a:ext cx="420624" cy="420624"/>
          </a:xfrm>
          <a:prstGeom prst="ellipse">
            <a:avLst/>
          </a:prstGeom>
          <a:solidFill>
            <a:srgbClr val="1C2547"/>
          </a:solidFill>
          <a:ln w="12700">
            <a:solidFill>
              <a:srgbClr val="1C25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5508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31152" y="389534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lead-time variability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931152" y="416966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safety stock into a real service guarantee.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55080" y="4846320"/>
            <a:ext cx="420624" cy="420624"/>
          </a:xfrm>
          <a:prstGeom prst="ellipse">
            <a:avLst/>
          </a:prstGeom>
          <a:solidFill>
            <a:srgbClr val="1C2547"/>
          </a:solidFill>
          <a:ln w="12700">
            <a:solidFill>
              <a:srgbClr val="1C254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55080" y="4846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31152" y="480974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Censored-demand correction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931152" y="508406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under-forecasting chronically short SKUs.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 does not just say a SKU is red. It says how many days of cover it has, against what lead time, why stock is draining, and how many units to order — and every number is reproducible from the dataset.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Risk Monitor</dc:title>
  <dc:subject>PptxGenJS Presentation</dc:subject>
  <dc:creator>Olufemi Victor</dc:creator>
  <cp:lastModifiedBy>Olufemi Victor</cp:lastModifiedBy>
  <cp:revision>1</cp:revision>
  <dcterms:created xsi:type="dcterms:W3CDTF">2026-09-11T17:35:45Z</dcterms:created>
  <dcterms:modified xsi:type="dcterms:W3CDTF">2026-09-11T17:35:45Z</dcterms:modified>
</cp:coreProperties>
</file>