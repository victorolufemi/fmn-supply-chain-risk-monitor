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WAPE %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EA5E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F46E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Naive (last value)</c:v>
                  </c:pt>
                  <c:pt idx="1">
                    <c:v>Seasonal naive</c:v>
                  </c:pt>
                  <c:pt idx="2">
                    <c:v>Moving average 28d</c:v>
                  </c:pt>
                  <c:pt idx="3">
                    <c:v>Ridge (pooled)</c:v>
                  </c:pt>
                  <c:pt idx="4">
                    <c:v>Gradient boosting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27.4</c:v>
                </c:pt>
                <c:pt idx="1">
                  <c:v>23.9</c:v>
                </c:pt>
                <c:pt idx="2">
                  <c:v>19.6</c:v>
                </c:pt>
                <c:pt idx="3">
                  <c:v>17.4</c:v>
                </c:pt>
                <c:pt idx="4">
                  <c:v>17.2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  <c:min val="0"/>
        </c:scaling>
        <c:delete val="0"/>
        <c:axPos val="b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talk in one line: I was handed a vague sponsor brief and six months of daily SKU data, and I turned it into a working decision tool. I will walk the problem, then the build, then how I validated every claim. Everything in this deck is computed from the dataset — nothing is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quote, then land the three asks — and be explicit that only the third is really about AI. The dark band is the important part: the brief is unmeasurable as written. Everything that follows starts from having to define the target myself.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proves the vague brief was actually translated. Each phrase maps to something computed. Then the two locked-in decisions: the horizon is not arbitrary — it is set by the longest lead time in the data — and the forecast is infrastructure, not the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tiers, one rule: the browser renders what the API computed. That separation is enforced by an automated check, not convention — it scans the frontend for hardcoded SKU ids, risk thresholds and any Anthropic reference. Call out the artifact bundle: training runs once, the API loads 250 KB at startup and every request is a lookup.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spine of the talk — six phases, one decision each. If asked why I did not start modelling immediately: profiling is what revealed the weekly cycle dominates, that closing stock is censored at zero, and that the three new SKUs report a different lead time almost every row. All three changed what I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columns on purpose: what I found, and what I did. The censoring finding is the most interesting — every one of the 268 violations sits on a day where stock would have gone negative and was recorded as zero. That is not dirty data, it is a stockout signal, so I kept it and used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Leakage is the failure mode that would make every metric a lie, so I built three independent guards. The strongest is the middle one: chop the panel at a date, rebuild every feature from scratch, and assert the values for the surviving days are byte-identical. A feature that peeked forward would move. Be ready to be asked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WAPE is the primary metric on purpose: MAPE divides by actual demand so one quiet day dominates, and RMSE is driven by the 34 demand spikes. WAPE is unit-free so 28 SKUs of very different size aggregate honestly. Say the honest caveat out loud — ridge is within 1.4% of the tree, so the complexity is justified but only just.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best engineering story in the project — an iteration driven by looking at the output and rejecting it. Also worth saying: the bands are absolute and documented, never percentiles of the current panel, because percentile banding guarantees something is always Critical even in a perfectly healthy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 against the live API: 4 of 4 explanations and 9 of 9 Q&amp;A answers, all passing grounding verification. An off-topic question and a question about a non-existent SKU were both declined without inventing figures. If the key is absent the app stays fully usable and labels the fallback — it never passes a template off as model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of this slide is that it is a product, not a prototype. Worth naming the automated quality gate: it verifies no committed key, no secret-bearing NEXT_PUBLIC variable, no hardcoded SKU ids or thresholds in the frontend — and that the metrics quoted in the README match the trained artifact.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honesty — the limitations are the credibility. Lead with open purchase orders: it is both the largest caveat and the highest-value next step. Then finish on the closing line, which is the whole thesis of the build in one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10928" y="658368"/>
            <a:ext cx="237744" cy="237744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94976" y="658368"/>
            <a:ext cx="237744" cy="23774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79024" y="658368"/>
            <a:ext cx="237744" cy="23774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3072" y="658368"/>
            <a:ext cx="237744" cy="237744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47120" y="658368"/>
            <a:ext cx="237744" cy="23774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28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FMN AI ENGINEER INTERNSHIP  ·  PROJECT 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945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Supply Chain Risk Monitor</a:t>
            </a:r>
            <a:endParaRPr lang="en-US" sz="5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318211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 was given, what I built, and how I built it — with the evidence for every claim.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94360" y="4169664"/>
            <a:ext cx="3383280" cy="1188720"/>
          </a:xfrm>
          <a:prstGeom prst="roundRect">
            <a:avLst>
              <a:gd name="adj" fmla="val 7692"/>
            </a:avLst>
          </a:prstGeom>
          <a:solidFill>
            <a:srgbClr val="1C2547"/>
          </a:solidFill>
          <a:ln w="12700">
            <a:solidFill>
              <a:srgbClr val="1C254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433425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vague brief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70001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turned into a measurable prediction problem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251960" y="4169664"/>
            <a:ext cx="3383280" cy="1188720"/>
          </a:xfrm>
          <a:prstGeom prst="roundRect">
            <a:avLst>
              <a:gd name="adj" fmla="val 7692"/>
            </a:avLst>
          </a:prstGeom>
          <a:solidFill>
            <a:srgbClr val="1C2547"/>
          </a:solidFill>
          <a:ln w="12700">
            <a:solidFill>
              <a:srgbClr val="1C25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26280" y="433425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working web app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470001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Next.js, not a notebook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09560" y="4169664"/>
            <a:ext cx="3383280" cy="1188720"/>
          </a:xfrm>
          <a:prstGeom prst="roundRect">
            <a:avLst>
              <a:gd name="adj" fmla="val 7692"/>
            </a:avLst>
          </a:prstGeom>
          <a:solidFill>
            <a:srgbClr val="1C2547"/>
          </a:solidFill>
          <a:ln w="12700">
            <a:solidFill>
              <a:srgbClr val="1C25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83880" y="433425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throughout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470001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169 tests, every figure reproducible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59070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Olufemi Victor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68096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I was given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572768"/>
            <a:ext cx="6309360" cy="2432304"/>
          </a:xfrm>
          <a:prstGeom prst="roundRect">
            <a:avLst>
              <a:gd name="adj" fmla="val 3759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956816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i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“We keep getting caught off guard — some SKUs run out and delay production, others sit overstocked and tie up working capital. I don't have anything today that tells me, ahead of time, which SKUs need attention and why.”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51129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FMN Supply Chain sponsor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160934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ACTUALLY BEING ASKED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315200" y="2011680"/>
            <a:ext cx="384048" cy="384048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845552" y="197510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warning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845552" y="226771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signal before the stockout, not a rear-view report.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0" y="2779776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845552" y="2743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Prioritisation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845552" y="303580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SKUs, one planner. Which three matter this morning?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0" y="3547872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0" y="354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845552" y="3511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reason to act on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845552" y="3803904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red dot — the numbers, in plain English.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" y="4315968"/>
            <a:ext cx="10972800" cy="1481328"/>
          </a:xfrm>
          <a:prstGeom prst="roundRect">
            <a:avLst>
              <a:gd name="adj" fmla="val 6173"/>
            </a:avLst>
          </a:prstGeom>
          <a:solidFill>
            <a:srgbClr val="10162F"/>
          </a:solidFill>
          <a:ln w="12700">
            <a:solidFill>
              <a:srgbClr val="10162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0120" y="44988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I HAD TO CLOSE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480974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 names no target, no metric and no threshold. Before writing any model code I had to decide what “needs attention” means in numbers — otherwise there is nothing to train, nothing to validate, and no way to tell whether the tool works.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FRAMING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68096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 turned it into a measurable problem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572768"/>
            <a:ext cx="10972800" cy="1243584"/>
          </a:xfrm>
          <a:prstGeom prst="roundRect">
            <a:avLst>
              <a:gd name="adj" fmla="val 7353"/>
            </a:avLst>
          </a:prstGeom>
          <a:solidFill>
            <a:srgbClr val="10162F"/>
          </a:solidFill>
          <a:ln w="12700">
            <a:solidFill>
              <a:srgbClr val="1016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8408" y="17556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 CHOSE TO ANSWER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978408" y="2066544"/>
            <a:ext cx="10241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each SKU, what is the probability that demand over the lead time exceeds what will be available — and how far is stock above the maximum the replenishment policy justifies?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94360" y="3017520"/>
            <a:ext cx="25603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32104" y="3236976"/>
            <a:ext cx="182880" cy="1828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2104" y="351129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"which SKUs need attention"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32104" y="398678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ranked list — severity, then urgency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83280" y="3017520"/>
            <a:ext cx="25603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21024" y="3236976"/>
            <a:ext cx="182880" cy="18288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1024" y="351129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"some SKUs run out"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621024" y="398678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of running dry inside the lead time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72200" y="3017520"/>
            <a:ext cx="25603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9944" y="3236976"/>
            <a:ext cx="182880" cy="18288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9944" y="351129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"others sit overstocked"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09944" y="398678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above the order-up-to level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961120" y="3017520"/>
            <a:ext cx="25603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98864" y="3236976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98864" y="351129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"and why"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198864" y="398678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drivers + an AI explanation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97433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DECISIONS THIS LOCKED IN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94360" y="5285232"/>
            <a:ext cx="5376672" cy="1024128"/>
          </a:xfrm>
          <a:prstGeom prst="roundRect">
            <a:avLst>
              <a:gd name="adj" fmla="val 8929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50392" y="543153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horizon = 28 days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850392" y="572414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cover the longest lead time in the data (14 days) plus a review cycle, so lead-time demand is always inside the forecast.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90488" y="5285232"/>
            <a:ext cx="5376672" cy="1024128"/>
          </a:xfrm>
          <a:prstGeom prst="roundRect">
            <a:avLst>
              <a:gd name="adj" fmla="val 8929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46520" y="543153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forecast is a means, not the deliverable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6446520" y="572414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acts on “179 units a day”. They act on “0.6 days of cover against a 3-day lead time”.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THE DELIVERABLE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68096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572768"/>
            <a:ext cx="6903720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0392" y="1810512"/>
            <a:ext cx="420624" cy="420624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0392" y="1810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99032" y="1773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training pipeline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99032" y="2066544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· scikit-learn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399032" y="2322576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the schema, cleans and audits, engineers leakage-safe features, backtests five models, scores every SKU, writes one 250 KB artifact bundle plus three generated reports.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94360" y="3017520"/>
            <a:ext cx="6903720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50392" y="3255264"/>
            <a:ext cx="420624" cy="42062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0392" y="3255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99032" y="32186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99032" y="3511296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399032" y="3767328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the bundle once at startup and serves slices of it. Ten endpoints. Owns all business rules, the Anthropic calls and the Q&amp;A retrieval layer.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4462272"/>
            <a:ext cx="6903720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0392" y="4700016"/>
            <a:ext cx="420624" cy="420624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0392" y="4700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399032" y="4663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399032" y="4956048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· TypeScript · Tailwind · Recharts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399032" y="5212080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SKU drill-down and a model transparency page. Renders only — no ML logic, no thresholds, no model files, no keys.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905256" y="2852928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05256" y="4297680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0" y="1572768"/>
            <a:ext cx="3794760" cy="4187952"/>
          </a:xfrm>
          <a:prstGeom prst="roundRect">
            <a:avLst>
              <a:gd name="adj" fmla="val 241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65008" y="18105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SHIPS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065008" y="2176272"/>
            <a:ext cx="3246120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4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web app, deployable to Vercel + Render</a:t>
            </a:r>
            <a:endParaRPr lang="en-US" sz="1200" dirty="0"/>
          </a:p>
          <a:p>
            <a:pPr marL="342900" indent="-342900">
              <a:lnSpc>
                <a:spcPct val="114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model + risk scores for all 28 SKUs</a:t>
            </a:r>
            <a:endParaRPr lang="en-US" sz="1200" dirty="0"/>
          </a:p>
          <a:p>
            <a:pPr marL="342900" indent="-342900">
              <a:lnSpc>
                <a:spcPct val="114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AI explanations, grounding-verified</a:t>
            </a:r>
            <a:endParaRPr lang="en-US" sz="1200" dirty="0"/>
          </a:p>
          <a:p>
            <a:pPr marL="342900" indent="-342900">
              <a:lnSpc>
                <a:spcPct val="114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natural-language Q&amp;A</a:t>
            </a:r>
            <a:endParaRPr lang="en-US" sz="1200" dirty="0"/>
          </a:p>
          <a:p>
            <a:pPr marL="342900" indent="-342900">
              <a:lnSpc>
                <a:spcPct val="114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169 automated tests</a:t>
            </a:r>
            <a:endParaRPr lang="en-US" sz="1200" dirty="0"/>
          </a:p>
          <a:p>
            <a:pPr marL="342900" indent="-342900">
              <a:lnSpc>
                <a:spcPct val="114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profile, model evaluation, model summary</a:t>
            </a:r>
            <a:endParaRPr lang="en-US" sz="1200" dirty="0"/>
          </a:p>
          <a:p>
            <a:pPr marL="342900" indent="-342900">
              <a:lnSpc>
                <a:spcPct val="114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+ a full how-it-works reference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60350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trained or recomputed per request — training is offline, the API only reads.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METHOD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68096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 worked — and the call I made at each step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572768"/>
            <a:ext cx="3520440" cy="1883664"/>
          </a:xfrm>
          <a:prstGeom prst="roundRect">
            <a:avLst>
              <a:gd name="adj" fmla="val 48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0392" y="18288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039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50392" y="241401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the data first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50392" y="294436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model code. Seven findings changed the build.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15968" y="1572768"/>
            <a:ext cx="3520440" cy="1883664"/>
          </a:xfrm>
          <a:prstGeom prst="roundRect">
            <a:avLst>
              <a:gd name="adj" fmla="val 48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1828800"/>
            <a:ext cx="457200" cy="4572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41401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features causally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94436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input at day t uses days ≤ t. Proven three ways.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37576" y="1572768"/>
            <a:ext cx="3520440" cy="1883664"/>
          </a:xfrm>
          <a:prstGeom prst="roundRect">
            <a:avLst>
              <a:gd name="adj" fmla="val 48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93608" y="1828800"/>
            <a:ext cx="457200" cy="45720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93608" y="241401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before candidate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8293608" y="294436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baselines, each answering a specific question.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94360" y="3675888"/>
            <a:ext cx="3520440" cy="1883664"/>
          </a:xfrm>
          <a:prstGeom prst="roundRect">
            <a:avLst>
              <a:gd name="adj" fmla="val 48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50392" y="3931920"/>
            <a:ext cx="457200" cy="4572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50392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50392" y="451713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chronologically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850392" y="504748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origin. A random split would have been invalid.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15968" y="3675888"/>
            <a:ext cx="3520440" cy="1883664"/>
          </a:xfrm>
          <a:prstGeom prst="roundRect">
            <a:avLst>
              <a:gd name="adj" fmla="val 48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0" y="393192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51713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forecast into decision</a:t>
            </a:r>
            <a:endParaRPr lang="en-US" sz="15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504748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inventory maths a planner can argue with.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037576" y="3675888"/>
            <a:ext cx="3520440" cy="1883664"/>
          </a:xfrm>
          <a:prstGeom prst="roundRect">
            <a:avLst>
              <a:gd name="adj" fmla="val 48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293608" y="3931920"/>
            <a:ext cx="457200" cy="45720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93608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293608" y="451713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engineer it properly</a:t>
            </a:r>
            <a:endParaRPr lang="en-US" sz="1550" dirty="0"/>
          </a:p>
        </p:txBody>
      </p:sp>
      <p:sp>
        <p:nvSpPr>
          <p:cNvPr id="33" name="Text 31"/>
          <p:cNvSpPr txBox="1"/>
          <p:nvPr/>
        </p:nvSpPr>
        <p:spPr>
          <a:xfrm>
            <a:off x="8293608" y="504748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security, performance, deployment.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5907024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 mattered: profiling is what told me the weekly cycle dominates, that stock is censored at zero, and that lead time is noise for the new SKUs.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68096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 — I started with the data, not the model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572768"/>
            <a:ext cx="3200400" cy="3703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810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WAS GIVEN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4942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4,551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057400" y="232257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rows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98094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057400" y="305409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7124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057400" y="37856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44398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2057400" y="451713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SKUs, 12 days each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114800" y="159105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found, and what I did about it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4114800" y="2121408"/>
            <a:ext cx="164592" cy="164592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25696" y="202996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is censored at zero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425696" y="2304288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268 balance violations, 100% on days the balance would have gone negative.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028432" y="2304288"/>
            <a:ext cx="3538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277 days as real stockouts and used them as a risk driver — did not “correct” them.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0" y="3035808"/>
            <a:ext cx="164592" cy="16459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425696" y="294436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cycle, no trend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425696" y="3218688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Day-of-week ratio 1.39; monthly mean varies under 2%.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028432" y="3218688"/>
            <a:ext cx="3538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Modelled a per-SKU weekday index, shrunk toward its category. No trend terms.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114800" y="3950208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425696" y="385876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is noise for new SKUs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425696" y="4133088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 different values across 12 rows; all 25 established SKUs report one.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028432" y="4133088"/>
            <a:ext cx="3538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Replaced with the category median from SKUs with a stable value.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114800" y="4864608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425696" y="477316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spans 6×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4425696" y="5047488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to 536 units/day across SKUs.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028432" y="5047488"/>
            <a:ext cx="3538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a ratio to each SKU's own trailing mean, so one pooled model is valid.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5943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cleaned: 15 duplicate rows · 20 mis-cased category labels · 90 missing demand values imputed causally, proven by truncate-and-recompute.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FEATURE ENGINEERING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68096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 — Features, and proving nothing leaks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572768"/>
            <a:ext cx="571500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86968" y="18105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23 FEATURES I ENGINEERED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886968" y="2194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Lagged demand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3209544" y="2194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1, 2, 3, 7, 14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2514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level &amp; spread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09544" y="2514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/ median / std over 7, 14, 28 days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86968" y="2834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&amp; velocity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209544" y="2834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7-day against 28-day, 7 against 14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86968" y="3154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shape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209544" y="3154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per-SKU weekday index, shrunk to category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86968" y="3474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context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209544" y="34747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ratio, receipts, stockout rate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86968" y="3794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&amp; horizon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209544" y="37947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time, category, days of history, h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720840" y="1572768"/>
            <a:ext cx="4846320" cy="2651760"/>
          </a:xfrm>
          <a:prstGeom prst="roundRect">
            <a:avLst>
              <a:gd name="adj" fmla="val 3448"/>
            </a:avLst>
          </a:prstGeom>
          <a:solidFill>
            <a:srgbClr val="10162F"/>
          </a:solidFill>
          <a:ln w="12700">
            <a:solidFill>
              <a:srgbClr val="1016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13448" y="181051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PROVED NO LEAKAGE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013448" y="2212848"/>
            <a:ext cx="310896" cy="310896"/>
          </a:xfrm>
          <a:prstGeom prst="ellipse">
            <a:avLst/>
          </a:prstGeom>
          <a:solidFill>
            <a:srgbClr val="1C2547"/>
          </a:solidFill>
          <a:ln w="12700">
            <a:solidFill>
              <a:srgbClr val="1C254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013448" y="2212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434072" y="217627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Re-derived lag_1 and roll_mean_28 from the raw panel; the build fails on mismatch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013448" y="2871216"/>
            <a:ext cx="310896" cy="31089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13448" y="2871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434072" y="283464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Truncated the panel, recomputed every feature, asserted nothing changed for surviving days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013448" y="3529584"/>
            <a:ext cx="310896" cy="310896"/>
          </a:xfrm>
          <a:prstGeom prst="ellipse">
            <a:avLst/>
          </a:prstGeom>
          <a:solidFill>
            <a:srgbClr val="1C2547"/>
          </a:solidFill>
          <a:ln w="12700">
            <a:solidFill>
              <a:srgbClr val="1C254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013448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434072" y="349300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Rebuilt rolling windows inside each fold, so no window can span the origin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94360" y="4462272"/>
            <a:ext cx="10972800" cy="1609344"/>
          </a:xfrm>
          <a:prstGeom prst="roundRect">
            <a:avLst>
              <a:gd name="adj" fmla="val 5682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3544" y="464515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that made one model work across 28 SKUs</a:t>
            </a:r>
            <a:endParaRPr lang="en-US" sz="1450" dirty="0"/>
          </a:p>
        </p:txBody>
      </p:sp>
      <p:sp>
        <p:nvSpPr>
          <p:cNvPr id="31" name="Text 29"/>
          <p:cNvSpPr txBox="1"/>
          <p:nvPr/>
        </p:nvSpPr>
        <p:spPr>
          <a:xfrm>
            <a:off x="923544" y="4956048"/>
            <a:ext cx="10332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 demand spans 85 to 536 units/day. A model predicting raw units would spend its capacity learning scale, so I predict demand(t+h) ÷ trailing 28-day mean and multiply the level back at inference. One pooled model learns the shared shape; each SKU's own history supplies its level. Making the horizon a feature then lets a single model serve h = 1…28 without the compounding error of recursive forecasting — and it is what makes a 12-day-old SKU forecastable at all.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MODEL &amp; VALIDATION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68096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3 — Baselines first, then earn the complexity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572768"/>
            <a:ext cx="6492240" cy="3584448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05256" y="179222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error by model — pooled WAPE, lower is better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77240" y="2121408"/>
          <a:ext cx="6126480" cy="28529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406640" y="1591056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VALIDATED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7406640" y="1883664"/>
            <a:ext cx="4160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expanding-window folds. Each trains on everything up to its origin, then forecasts the next 14 days from that one origin — the act a planner actually performs. A fresh model is fitted inside every fold.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406640" y="2816352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RANDOM SPLIT WOULD BE INVALID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7406640" y="312724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Rolling features leak across a shuffled boundary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406640" y="351129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It scores interpolation, not forecasting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406640" y="3895344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Training on June to predict February hides drift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406640" y="438912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406640" y="466344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12.3% better than the strongest baseline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06640" y="4974336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51.7 units/day · bias −1.48% · 1,750 forecasts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4360" y="5394960"/>
            <a:ext cx="10972800" cy="896112"/>
          </a:xfrm>
          <a:prstGeom prst="roundRect">
            <a:avLst>
              <a:gd name="adj" fmla="val 1020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23544" y="557784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things I report rather than hide: the flat 28-day mean beats seasonal naive, so the level matters more than the weekly shape alone — and ridge scores 17.4 against the tree's 17.2, a 1.4% margin. The tree won, but barely.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RISK ENGINE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68096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4 — Turning a forecast into a decision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572768"/>
            <a:ext cx="5806440" cy="2139696"/>
          </a:xfrm>
          <a:prstGeom prst="roundRect">
            <a:avLst>
              <a:gd name="adj" fmla="val 4274"/>
            </a:avLst>
          </a:prstGeom>
          <a:solidFill>
            <a:srgbClr val="10162F"/>
          </a:solidFill>
          <a:ln w="12700">
            <a:solidFill>
              <a:srgbClr val="1016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79222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STOCKOUT PROBABILITY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905256" y="2157984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P( demand over lead time  −  expected inflow  &gt;  stock on hand )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2633472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and supply as independent Normals, every input measured from that SKU's own record. The score is the probability itself — 0.87 means an 87% chance of running dry, not an index. Safety stock at a 95% service level.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720840" y="159105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DISTRIBUTION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720840" y="190195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31152" y="2029968"/>
            <a:ext cx="164592" cy="164592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242048" y="19659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235440" y="2048256"/>
            <a:ext cx="518160" cy="128016"/>
          </a:xfrm>
          <a:prstGeom prst="roundRect">
            <a:avLst>
              <a:gd name="adj" fmla="val 35714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27080" y="196596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720840" y="2395728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31152" y="2523744"/>
            <a:ext cx="164592" cy="164592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42048" y="245973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235440" y="2542032"/>
            <a:ext cx="129540" cy="128016"/>
          </a:xfrm>
          <a:prstGeom prst="roundRect">
            <a:avLst>
              <a:gd name="adj" fmla="val 35714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27080" y="245973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720840" y="2889504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31152" y="3017520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42048" y="295351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235440" y="3035808"/>
            <a:ext cx="518160" cy="128016"/>
          </a:xfrm>
          <a:prstGeom prst="roundRect">
            <a:avLst>
              <a:gd name="adj" fmla="val 35714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927080" y="29535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720840" y="3383280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31152" y="3511296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42048" y="344728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9235440" y="3529584"/>
            <a:ext cx="906780" cy="128016"/>
          </a:xfrm>
          <a:prstGeom prst="roundRect">
            <a:avLst>
              <a:gd name="adj" fmla="val 35714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927080" y="344728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720840" y="3877056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31152" y="4005072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242048" y="39410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9235440" y="4023360"/>
            <a:ext cx="1554480" cy="128016"/>
          </a:xfrm>
          <a:prstGeom prst="roundRect">
            <a:avLst>
              <a:gd name="adj" fmla="val 35714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927080" y="394106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94360" y="4498848"/>
            <a:ext cx="10972800" cy="182880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05256" y="4736592"/>
            <a:ext cx="420624" cy="420624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05256" y="4736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453896" y="47183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iteration that mattered most</a:t>
            </a:r>
            <a:endParaRPr lang="en-US" sz="1450" dirty="0"/>
          </a:p>
        </p:txBody>
      </p:sp>
      <p:sp>
        <p:nvSpPr>
          <p:cNvPr id="38" name="Text 36"/>
          <p:cNvSpPr txBox="1"/>
          <p:nvPr/>
        </p:nvSpPr>
        <p:spPr>
          <a:xfrm>
            <a:off x="1453896" y="5029200"/>
            <a:ext cx="10058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first version scored risk on stock on hand alone. It flagged 13 of 28 SKUs Critical — because roughly half the catalogue is simply mid-replenishment-cycle at any moment. That is a red wall, not a decision tool.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1453896" y="5559552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modelled inventory position instead — crediting each SKU's observed delivery rate — and measured supply over whole delivery cycles rather than a fixed window, because a fixed window clips a delivery and swings the ratio by a third. Result: 4 Critical, and the under-supply signal now tracks the SKUs that genuinely sit at zero stock a fifth of the time.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· EXPLAINABILITY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68096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5 — Making the AI answer from evidence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572768"/>
            <a:ext cx="2560320" cy="1499616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3816" y="1792224"/>
            <a:ext cx="402336" cy="402336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13816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07592" y="1828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evidence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13816" y="230428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~38 computed numbers + ranked drivers for that SKU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92424" y="1572768"/>
            <a:ext cx="2560320" cy="1499616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11880" y="1792224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11880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105656" y="1828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230428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absolute prompt rules — no invented figures or facts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90488" y="1572768"/>
            <a:ext cx="2560320" cy="1499616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9944" y="1792224"/>
            <a:ext cx="402336" cy="402336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9944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1828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at runtime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9944" y="230428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claude-sonnet-5, per request, never pre-generated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988552" y="1572768"/>
            <a:ext cx="2560320" cy="1499616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08008" y="1792224"/>
            <a:ext cx="402336" cy="40233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08008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701784" y="1828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08008" y="230428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traced back to the evidence, or reject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94360" y="3328416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05256" y="349300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 KB</a:t>
            </a:r>
            <a:endParaRPr lang="en-US" sz="2800" dirty="0"/>
          </a:p>
        </p:txBody>
      </p:sp>
      <p:sp>
        <p:nvSpPr>
          <p:cNvPr id="26" name="Text 24"/>
          <p:cNvSpPr txBox="1"/>
          <p:nvPr/>
        </p:nvSpPr>
        <p:spPr>
          <a:xfrm>
            <a:off x="2734056" y="3511296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evidence sent — against a 4,536-row panel. The model never sees the dataset; a retrieval layer selects the records.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17920" y="3328416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7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528816" y="34930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Q&amp;A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6528816" y="3803904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→ 10 intents → retrieve only what that intent needs → answer from that evidence alone. Answers cannot contradict the dashboard: they read the same records it renders.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94360" y="4901184"/>
            <a:ext cx="10972800" cy="1207008"/>
          </a:xfrm>
          <a:prstGeom prst="roundRect">
            <a:avLst>
              <a:gd name="adj" fmla="val 7576"/>
            </a:avLst>
          </a:prstGeom>
          <a:solidFill>
            <a:srgbClr val="10162F"/>
          </a:solidFill>
          <a:ln w="12700">
            <a:solidFill>
              <a:srgbClr val="10162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86968" y="5175504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86968" y="5175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1508760" y="51023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verifier caught that I would otherwise have shipped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508760" y="5394960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First, “SKU-1010” was being parsed as the number −1010, so every explanation naming its own SKU was silently rejected. Second, live testing produced “lead-time demand of 725 units — well above the reorder point of 872.4”: both figures real, so number checks passed, but the comparison is false. Grounding numbers is not grounding relations. The evidence now states which quantities are comparable.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PRODUCTION QUALITY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68096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6 — Then I engineered it properly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572768"/>
            <a:ext cx="2560320" cy="3566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0392" y="1828800"/>
            <a:ext cx="420624" cy="420624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0392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80744" y="186537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50392" y="2432304"/>
            <a:ext cx="2103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169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850392" y="294436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all passing offline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50392" y="3346704"/>
            <a:ext cx="210312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 proofs, the brief's worked example, band monotonicity, KPI self-consistency, and a check that the reported model really is the best-scoring one.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92424" y="1572768"/>
            <a:ext cx="2560320" cy="3566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48456" y="1828800"/>
            <a:ext cx="420624" cy="420624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48456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178808" y="186537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48456" y="2432304"/>
            <a:ext cx="2103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3648456" y="294436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 the repo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648456" y="3346704"/>
            <a:ext cx="210312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is server-side only; there is no NEXT_PUBLIC equivalent. CORS is an explicit allowlist, never a wildcard. An automated gate scans for all of it.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90488" y="1572768"/>
            <a:ext cx="2560320" cy="3566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46520" y="1828800"/>
            <a:ext cx="420624" cy="420624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76872" y="186537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2432304"/>
            <a:ext cx="2103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 KB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446520" y="294436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once at startup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46520" y="3346704"/>
            <a:ext cx="210312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request trains a model or re-reads the CSV. Per-SKU history and forecasts are pre-sliced; LLM explanations cached by SKU and evidence hash.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988552" y="1572768"/>
            <a:ext cx="2560320" cy="3566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44584" y="1828800"/>
            <a:ext cx="420624" cy="42062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44584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774936" y="186537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244584" y="2432304"/>
            <a:ext cx="2103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244584" y="294436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platforms configured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244584" y="3346704"/>
            <a:ext cx="210312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render.yaml trains the model during the build so the first request is warm; a Dockerfile is provided as an alternative. Frontend configured for Vercel.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94360" y="5413248"/>
            <a:ext cx="10972800" cy="896112"/>
          </a:xfrm>
          <a:prstGeom prst="roundRect">
            <a:avLst>
              <a:gd name="adj" fmla="val 1020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23544" y="5596128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is part of the deliverable: a generated data profile, model evaluation and model summary — all rebuilt by the training run, so the numbers in the docs can never drift from the model.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6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HONESTY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68096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cannot tell you — and what I would do next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956816"/>
            <a:ext cx="5349240" cy="841248"/>
          </a:xfrm>
          <a:prstGeom prst="roundRect">
            <a:avLst>
              <a:gd name="adj" fmla="val 10870"/>
            </a:avLst>
          </a:prstGeom>
          <a:solidFill>
            <a:srgbClr val="1C2547"/>
          </a:solidFill>
          <a:ln w="12700">
            <a:solidFill>
              <a:srgbClr val="1C25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066544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open purchase orders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340864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is inferred from delivery cadence and labelled as an estimate.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94360" y="2871216"/>
            <a:ext cx="5349240" cy="841248"/>
          </a:xfrm>
          <a:prstGeom prst="roundRect">
            <a:avLst>
              <a:gd name="adj" fmla="val 10870"/>
            </a:avLst>
          </a:prstGeom>
          <a:solidFill>
            <a:srgbClr val="1C2547"/>
          </a:solidFill>
          <a:ln w="12700">
            <a:solidFill>
              <a:srgbClr val="1C25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980944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months, one cycle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255264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patterns hold. Annual seasonality cannot be validated.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" y="3785616"/>
            <a:ext cx="5349240" cy="841248"/>
          </a:xfrm>
          <a:prstGeom prst="roundRect">
            <a:avLst>
              <a:gd name="adj" fmla="val 10870"/>
            </a:avLst>
          </a:prstGeom>
          <a:solidFill>
            <a:srgbClr val="1C2547"/>
          </a:solidFill>
          <a:ln w="12700">
            <a:solidFill>
              <a:srgbClr val="1C25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3895344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is recorded, not true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4169664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Censored on 277 zero-stock days.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4360" y="4700016"/>
            <a:ext cx="5349240" cy="841248"/>
          </a:xfrm>
          <a:prstGeom prst="roundRect">
            <a:avLst>
              <a:gd name="adj" fmla="val 10870"/>
            </a:avLst>
          </a:prstGeom>
          <a:solidFill>
            <a:srgbClr val="1C2547"/>
          </a:solidFill>
          <a:ln w="12700">
            <a:solidFill>
              <a:srgbClr val="1C25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4809744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cost data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5084064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is ranked by likelihood, not by money.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1572768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WOULD DO NEXT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55080" y="2103120"/>
            <a:ext cx="420624" cy="42062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55080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931152" y="206654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open purchase orders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931152" y="2340864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biggest accuracy gain available.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55080" y="3017520"/>
            <a:ext cx="420624" cy="420624"/>
          </a:xfrm>
          <a:prstGeom prst="ellipse">
            <a:avLst/>
          </a:prstGeom>
          <a:solidFill>
            <a:srgbClr val="1C2547"/>
          </a:solidFill>
          <a:ln w="12700">
            <a:solidFill>
              <a:srgbClr val="1C254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55080" y="3017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931152" y="298094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cost and margin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6931152" y="3255264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the list by money at risk, not probability.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355080" y="3931920"/>
            <a:ext cx="420624" cy="420624"/>
          </a:xfrm>
          <a:prstGeom prst="ellipse">
            <a:avLst/>
          </a:prstGeom>
          <a:solidFill>
            <a:srgbClr val="1C2547"/>
          </a:solidFill>
          <a:ln w="12700">
            <a:solidFill>
              <a:srgbClr val="1C254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55080" y="3931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931152" y="389534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lead-time variability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6931152" y="4169664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safety stock into a real service guarantee.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355080" y="4846320"/>
            <a:ext cx="420624" cy="420624"/>
          </a:xfrm>
          <a:prstGeom prst="ellipse">
            <a:avLst/>
          </a:prstGeom>
          <a:solidFill>
            <a:srgbClr val="1C2547"/>
          </a:solidFill>
          <a:ln w="12700">
            <a:solidFill>
              <a:srgbClr val="1C254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55080" y="4846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931152" y="480974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Censored-demand correction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6931152" y="5084064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under-forecasting chronically short SKUs.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583387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CBD5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 does not just say a SKU is red. It says how many days of cover it has, against what lead time, why stock is draining, and how many units to order — and every number is reproducible from the dataset.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Supply Chain Risk Monitor — build walkthrough</dc:title>
  <dc:subject>PptxGenJS Presentation</dc:subject>
  <dc:creator>Olufemi Victor</dc:creator>
  <cp:lastModifiedBy>Olufemi Victor</cp:lastModifiedBy>
  <cp:revision>1</cp:revision>
  <dcterms:created xsi:type="dcterms:W3CDTF">2026-09-12T13:43:43Z</dcterms:created>
  <dcterms:modified xsi:type="dcterms:W3CDTF">2026-09-12T13:43:43Z</dcterms:modified>
</cp:coreProperties>
</file>